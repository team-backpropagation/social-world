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cd5a7540f4a1b" /><Relationship Type="http://schemas.openxmlformats.org/officeDocument/2006/relationships/extended-properties" Target="/docProps/app.xml" Id="Rd61f49f6e66d4b2f" /><Relationship Type="http://schemas.openxmlformats.org/officeDocument/2006/relationships/officeDocument" Target="/ppt/presentation.xml" Id="Rd38e0581c05c45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6b6bfd77847eb"/>
  </p:sldMasterIdLst>
  <p:notesMasterIdLst>
    <p:notesMasterId xmlns:r="http://schemas.openxmlformats.org/officeDocument/2006/relationships" r:id="R1c52093618ac4a19"/>
  </p:notesMasterIdLst>
  <p:sldIdLst>
    <p:sldId xmlns:r="http://schemas.openxmlformats.org/officeDocument/2006/relationships" id="256" r:id="R304c7bcd1274459d"/>
    <p:sldId xmlns:r="http://schemas.openxmlformats.org/officeDocument/2006/relationships" id="257" r:id="R5c9ab6377bae439b"/>
    <p:sldId xmlns:r="http://schemas.openxmlformats.org/officeDocument/2006/relationships" id="258" r:id="R2bcc48d3264f4d1d"/>
    <p:sldId xmlns:r="http://schemas.openxmlformats.org/officeDocument/2006/relationships" id="259" r:id="Re5930434f4774a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399f86ffb24c6e" /><Relationship Type="http://schemas.openxmlformats.org/officeDocument/2006/relationships/slideMaster" Target="/ppt/slideMasters/slideMaster1.xml" Id="R1ce6b6bfd77847eb" /><Relationship Type="http://schemas.openxmlformats.org/officeDocument/2006/relationships/notesMaster" Target="/ppt/notesMasters/notesMaster1.xml" Id="R1c52093618ac4a19" /><Relationship Type="http://schemas.openxmlformats.org/officeDocument/2006/relationships/presProps" Target="/ppt/presProps.xml" Id="R5ae96a5f3286429e" /><Relationship Type="http://schemas.openxmlformats.org/officeDocument/2006/relationships/tableStyles" Target="/ppt/tableStyles.xml" Id="R400ba56a816c48d3" /><Relationship Type="http://schemas.openxmlformats.org/officeDocument/2006/relationships/slide" Target="/ppt/slides/slide1.xml" Id="R304c7bcd1274459d" /><Relationship Type="http://schemas.openxmlformats.org/officeDocument/2006/relationships/slide" Target="/ppt/slides/slide2.xml" Id="R5c9ab6377bae439b" /><Relationship Type="http://schemas.openxmlformats.org/officeDocument/2006/relationships/slide" Target="/ppt/slides/slide3.xml" Id="R2bcc48d3264f4d1d" /><Relationship Type="http://schemas.openxmlformats.org/officeDocument/2006/relationships/slide" Target="/ppt/slides/slide4.xml" Id="Re5930434f477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a94439208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9a76fd7ef4a90" /><Relationship Type="http://schemas.openxmlformats.org/officeDocument/2006/relationships/notesMaster" Target="/ppt/notesMasters/notesMaster1.xml" Id="Rebf5b8fa2597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a9ef5f3bb4865" /><Relationship Type="http://schemas.openxmlformats.org/officeDocument/2006/relationships/notesMaster" Target="/ppt/notesMasters/notesMaster1.xml" Id="R4e9b65b98d3c42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c2312271004e06" /><Relationship Type="http://schemas.openxmlformats.org/officeDocument/2006/relationships/notesMaster" Target="/ppt/notesMasters/notesMaster1.xml" Id="Rbb792e956b8d4d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83e300f57f40dd" /><Relationship Type="http://schemas.openxmlformats.org/officeDocument/2006/relationships/notesMaster" Target="/ppt/notesMasters/notesMaster1.xml" Id="Reec960bc1a4f4d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EXP-004 참고 이미지(reference.png), 2026-09-29. 이 장은 시안 전체 구도를 보여 준다. 팀 채택 여부는 미확정이다.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EXP-004 참고 이미지(reference.png), 2026-09-29. 이미지 상단을 화면 설명을 위해 확대했다. 장소 버튼은 실제 EXP-004 HTML에서 동작한다.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EXP-004 참고 이미지(reference.png), 2026-09-29. 방, 대화, 탐험, 공원 미션, 화분 보상은 EXP-004에서 클릭 흐름으로 시연된다.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EXP-004 참고 이미지(reference.png), 2026-09-29. 개인 디자인 실험 범위다. 실제 서비스 연결, 위험 판정, 서버 저장은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5da69ab30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a60481f76f42eb" /><Relationship Type="http://schemas.openxmlformats.org/officeDocument/2006/relationships/slideLayout" Target="/ppt/slideLayouts/slideLayout1.xml" Id="Rd8784dc0c6d645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784dc0c6d645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38703f33d426c" /><Relationship Type="http://schemas.openxmlformats.org/officeDocument/2006/relationships/image" Target="/ppt/media/image.png" Id="R47247b52198749b7" /><Relationship Type="http://schemas.openxmlformats.org/officeDocument/2006/relationships/notesSlide" Target="/ppt/notesSlides/notesSlide1.xml" Id="Rd06e3a12efce4f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0d273f7d54316" /><Relationship Type="http://schemas.openxmlformats.org/officeDocument/2006/relationships/image" Target="/ppt/media/image2.png" Id="R545cef2f588946db" /><Relationship Type="http://schemas.openxmlformats.org/officeDocument/2006/relationships/notesSlide" Target="/ppt/notesSlides/notesSlide2.xml" Id="R189fc227ac2a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a1e9462642bd" /><Relationship Type="http://schemas.openxmlformats.org/officeDocument/2006/relationships/image" Target="/ppt/media/image3.png" Id="Ra663ee3613da46e6" /><Relationship Type="http://schemas.openxmlformats.org/officeDocument/2006/relationships/notesSlide" Target="/ppt/notesSlides/notesSlide3.xml" Id="Reb47a0f85b7d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3afff8a0f4e25" /><Relationship Type="http://schemas.openxmlformats.org/officeDocument/2006/relationships/image" Target="/ppt/media/image4.png" Id="R0127efc3414848bb" /><Relationship Type="http://schemas.openxmlformats.org/officeDocument/2006/relationships/notesSlide" Target="/ppt/notesSlides/notesSlide4.xml" Id="R9f669f9e877548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E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69E47-0C42-45D4-9189-4683859D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함께,</a:t>
            </a:r>
          </a:p>
          <a:p xmlns:a="http://schemas.openxmlformats.org/drawingml/2006/main">
            <a:pPr>
              <a:defRPr sz="4875" b="1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더 가까이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3135E-5F8F-4C2F-B995-F0B4F8FD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작은 행동을 시작하는</a:t>
            </a:r>
          </a:p>
          <a:p xmlns:a="http://schemas.openxmlformats.org/drawingml/2006/main">
            <a:pPr>
              <a:defRPr sz="21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동네 탐험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367E3-8710-450A-8615-85021E0E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rPr>
              <a:t>EXP-004  개인 디자인 시안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47b52198749b7"/>
          <a:stretch xmlns:a="http://schemas.openxmlformats.org/drawingml/2006/main"/>
        </p:blipFill>
        <p:spPr>
          <a:xfrm xmlns:a="http://schemas.openxmlformats.org/drawingml/2006/main">
            <a:off x="4591050" y="809625"/>
            <a:ext cx="7000875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55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64F8C-A85C-439A-9579-7F234C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동네 공간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24079-1A73-4E03-821C-E5DEF1C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04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156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1566A"/>
                </a:solidFill>
                <a:latin typeface="Malgun Gothic"/>
                <a:ea typeface="Malgun Gothic"/>
                <a:cs typeface="Malgun Gothic"/>
              </a:rPr>
              <a:t>지도에서 장소를 고르고 다음 행동으로 이동합니다.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cef2f588946db"/>
          <a:stretch xmlns:a="http://schemas.openxmlformats.org/drawingml/2006/main"/>
        </p:blipFill>
        <p:spPr>
          <a:xfrm xmlns:a="http://schemas.openxmlformats.org/drawingml/2006/main">
            <a:off x="561975" y="1706563"/>
            <a:ext cx="11068050" cy="737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54DBC-6E9F-463F-8BBF-83AF193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3BF9F-67D3-4E68-96DA-08832A7A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15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내 방, 공원, 상담센터 등 8개 장소와 미니맵을 한 화면에 배치했습니다.</a:t>
            </a:r>
          </a:p>
        </p:txBody>
      </p:sp>
    </p:spTree>
    <p:extLst>
      <p:ext uri="{BB962C8B-B14F-4D97-AF65-F5344CB8AC3E}">
        <p14:creationId xmlns:p14="http://schemas.microsoft.com/office/powerpoint/2010/main" val="711491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3ee3613da46e6"/>
          <a:stretch xmlns:a="http://schemas.openxmlformats.org/drawingml/2006/main"/>
        </p:blipFill>
        <p:spPr>
          <a:xfrm xmlns:a="http://schemas.openxmlformats.org/drawingml/2006/main">
            <a:off x="488156" y="-2486025"/>
            <a:ext cx="11215688" cy="7477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63C98-EE2A-4DDF-9B54-2B1AF54F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56F5-89BF-49B2-AE16-FA0767A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71950"/>
            <a:ext cx="12192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DD6B7-FD0E-49F2-A72A-E1D0C515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다섯 장면의 사용자 여정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A70A9-5B96-4DF4-B92E-ADA22FF4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953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156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1566A"/>
                </a:solidFill>
                <a:latin typeface="Malgun Gothic"/>
                <a:ea typeface="Malgun Gothic"/>
                <a:cs typeface="Malgun Gothic"/>
              </a:rPr>
              <a:t>내 방에서 시작해 공원 미션을 마친 뒤 보상을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A4D30-E6E5-470C-B8DE-C095F60C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A8D0D-94D6-4D4E-82A4-7FA9C11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2028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내 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E729C-F2A3-410D-BC73-AA094182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64820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F5A90-B533-488F-84C8-829873E9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057775"/>
            <a:ext cx="2028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루미 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5D01A-ABB1-46A2-981D-6EFC8F8B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4820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AA89A-12E4-4AA0-AAD7-B96F213E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57775"/>
            <a:ext cx="2028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동네 탐험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DAD1E-3DBA-4F9D-9242-BB487EE0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4820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EA277-077A-4E0A-B9A3-75638D9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057775"/>
            <a:ext cx="2028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공원 미션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973D1-03A8-427A-8C86-A2EC94B0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4820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9675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9BF54-2D01-4068-A224-1D369BC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57775"/>
            <a:ext cx="2028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9354C"/>
                </a:solidFill>
                <a:latin typeface="Malgun Gothic"/>
                <a:ea typeface="Malgun Gothic"/>
                <a:cs typeface="Malgun Gothic"/>
              </a:rPr>
              <a:t>화분 보상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BB92A-14CE-48D5-9E5D-5429A20E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0769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1566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1566A"/>
                </a:solidFill>
                <a:latin typeface="Malgun Gothic"/>
                <a:ea typeface="Malgun Gothic"/>
                <a:cs typeface="Malgun Gothic"/>
              </a:rPr>
              <a:t>시연에서는 루미의 고정 선택지를 고르고 공원 정리 활동을 다섯 번 완료합니다.</a:t>
            </a:r>
          </a:p>
        </p:txBody>
      </p:sp>
    </p:spTree>
    <p:extLst>
      <p:ext uri="{BB962C8B-B14F-4D97-AF65-F5344CB8AC3E}">
        <p14:creationId xmlns:p14="http://schemas.microsoft.com/office/powerpoint/2010/main" val="1272624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2E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7efc3414848bb"/>
          <a:stretch xmlns:a="http://schemas.openxmlformats.org/drawingml/2006/main"/>
        </p:blipFill>
        <p:spPr>
          <a:xfrm xmlns:a="http://schemas.openxmlformats.org/drawingml/2006/main">
            <a:off x="-6929437" y="-5553075"/>
            <a:ext cx="18402300" cy="1226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4A14D-FD24-47A7-A535-E45A3CF8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4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06B39-0C56-4826-9187-01F3258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0"/>
            <a:ext cx="4629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C4C2B-5083-48B5-A4E7-D8A9076C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48300"/>
            <a:ext cx="4629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91884-90FD-4242-A873-65E0E632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543050"/>
            <a:ext cx="7239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5BF1B-3370-4B86-A329-B0BBC83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72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3825" b="1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현재 시연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329A8-A067-4CA8-B781-90B0F956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rPr>
              <a:t>장소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30E3C-5E7C-4DA9-A2CB-882F3BA1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표식을 누르면 각 장소의 설명을 볼 수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26388-FE03-442E-8212-FA13077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rPr>
              <a:t>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966B2-5848-414F-BFFE-6B99E9EF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루미의 고정 선택지로 작은 목표를 정합니다.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0C102-3120-436B-B8B0-F3E3BE9A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2AF9B"/>
                </a:solidFill>
                <a:latin typeface="Malgun Gothic"/>
                <a:ea typeface="Malgun Gothic"/>
                <a:cs typeface="Malgun Gothic"/>
              </a:rPr>
              <a:t>미션과 보상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83539-99FA-4222-B2BA-076EE51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9F4"/>
                </a:solidFill>
                <a:latin typeface="Malgun Gothic"/>
                <a:ea typeface="Malgun Gothic"/>
                <a:cs typeface="Malgun Gothic"/>
              </a:rPr>
              <a:t>공원 정리 5회 뒤 화분 보상 안내가 나타납니다.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FF1BD-6097-4250-84D9-9F17347F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4E0E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4E0E6"/>
                </a:solidFill>
                <a:latin typeface="Malgun Gothic"/>
                <a:ea typeface="Malgun Gothic"/>
                <a:cs typeface="Malgun Gothic"/>
              </a:rPr>
              <a:t>실제 AI 상담, 기관 신청, 지역 데이터 연동은 포함되지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45168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2026-09-30T03:37:39.5690000Z</dcterms:created>
  <dcterms:modified xsi:type="dcterms:W3CDTF">2026-09-30T03:37:39.5690000Z</dcterms:modified>
</coreProperties>
</file>