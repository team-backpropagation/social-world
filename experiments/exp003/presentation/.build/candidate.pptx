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18c15944ce46ab" /><Relationship Type="http://schemas.openxmlformats.org/officeDocument/2006/relationships/extended-properties" Target="/docProps/app.xml" Id="Rca5aaa60dc8a4d06" /><Relationship Type="http://schemas.openxmlformats.org/officeDocument/2006/relationships/officeDocument" Target="/ppt/presentation.xml" Id="Re78a5696db7f49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a9d082aa774703"/>
  </p:sldMasterIdLst>
  <p:notesMasterIdLst>
    <p:notesMasterId xmlns:r="http://schemas.openxmlformats.org/officeDocument/2006/relationships" r:id="R6813f6c060ba41d6"/>
  </p:notesMasterIdLst>
  <p:sldIdLst>
    <p:sldId xmlns:r="http://schemas.openxmlformats.org/officeDocument/2006/relationships" id="256" r:id="R5701d813ba9f47b2"/>
    <p:sldId xmlns:r="http://schemas.openxmlformats.org/officeDocument/2006/relationships" id="257" r:id="R2f475daeb06f4f1f"/>
    <p:sldId xmlns:r="http://schemas.openxmlformats.org/officeDocument/2006/relationships" id="258" r:id="Ra3576244b26a4578"/>
    <p:sldId xmlns:r="http://schemas.openxmlformats.org/officeDocument/2006/relationships" id="259" r:id="Red8b828834424666"/>
    <p:sldId xmlns:r="http://schemas.openxmlformats.org/officeDocument/2006/relationships" id="260" r:id="R0963eca2696e4a9c"/>
    <p:sldId xmlns:r="http://schemas.openxmlformats.org/officeDocument/2006/relationships" id="261" r:id="R2bbde2301c9146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c81c50b45d4146" /><Relationship Type="http://schemas.openxmlformats.org/officeDocument/2006/relationships/slideMaster" Target="/ppt/slideMasters/slideMaster1.xml" Id="R1fa9d082aa774703" /><Relationship Type="http://schemas.openxmlformats.org/officeDocument/2006/relationships/notesMaster" Target="/ppt/notesMasters/notesMaster1.xml" Id="R6813f6c060ba41d6" /><Relationship Type="http://schemas.openxmlformats.org/officeDocument/2006/relationships/presProps" Target="/ppt/presProps.xml" Id="Rbee8ffb0df69493a" /><Relationship Type="http://schemas.openxmlformats.org/officeDocument/2006/relationships/tableStyles" Target="/ppt/tableStyles.xml" Id="Ra0b43d17cb9945e3" /><Relationship Type="http://schemas.openxmlformats.org/officeDocument/2006/relationships/slide" Target="/ppt/slides/slide1.xml" Id="R5701d813ba9f47b2" /><Relationship Type="http://schemas.openxmlformats.org/officeDocument/2006/relationships/slide" Target="/ppt/slides/slide2.xml" Id="R2f475daeb06f4f1f" /><Relationship Type="http://schemas.openxmlformats.org/officeDocument/2006/relationships/slide" Target="/ppt/slides/slide3.xml" Id="Ra3576244b26a4578" /><Relationship Type="http://schemas.openxmlformats.org/officeDocument/2006/relationships/slide" Target="/ppt/slides/slide4.xml" Id="Red8b828834424666" /><Relationship Type="http://schemas.openxmlformats.org/officeDocument/2006/relationships/slide" Target="/ppt/slides/slide5.xml" Id="R0963eca2696e4a9c" /><Relationship Type="http://schemas.openxmlformats.org/officeDocument/2006/relationships/slide" Target="/ppt/slides/slide6.xml" Id="R2bbde2301c9146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18013b69e14a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19ec05f06e494f" /><Relationship Type="http://schemas.openxmlformats.org/officeDocument/2006/relationships/notesMaster" Target="/ppt/notesMasters/notesMaster1.xml" Id="R445eff59739347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cfd777a8414259" /><Relationship Type="http://schemas.openxmlformats.org/officeDocument/2006/relationships/notesMaster" Target="/ppt/notesMasters/notesMaster1.xml" Id="R294ba319331b45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103c46f9234f1d" /><Relationship Type="http://schemas.openxmlformats.org/officeDocument/2006/relationships/notesMaster" Target="/ppt/notesMasters/notesMaster1.xml" Id="R06d3859bb62e43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5660a1baae4e79" /><Relationship Type="http://schemas.openxmlformats.org/officeDocument/2006/relationships/notesMaster" Target="/ppt/notesMasters/notesMaster1.xml" Id="Rbb8a4fc9aadb45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1e9556657f480d" /><Relationship Type="http://schemas.openxmlformats.org/officeDocument/2006/relationships/notesMaster" Target="/ppt/notesMasters/notesMaster1.xml" Id="R768ce7ef3f0b442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7b1d0673d24971" /><Relationship Type="http://schemas.openxmlformats.org/officeDocument/2006/relationships/notesMaster" Target="/ppt/notesMasters/notesMaster1.xml" Id="Rcb3b77acd8e84c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2026-09-30 http://127.0.0.1:5173/ 에서 직접 캡처한 EXP-003 개인 시제품 UI. 첫 화면의 장소 표식, 상태 카드, 미니맵, 방 미리보기를 보여 준다. 팀 공식안은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2026-09-30 http://127.0.0.1:5173/ 에서 직접 캡처한 EXP-003 개인 시제품 UI. 장소 표식은 설명 팝업으로 연결된다. 이동은 키보드 및 화면 버튼을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2026-09-30 http://127.0.0.1:5173/ 에서 직접 캡처한 EXP-003 개인 시제품 UI. 현재 시제품은 고정 선택지와 목업 응답을 사용하며 실제 상담 또는 AI API를 연결하지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2026-09-30 http://127.0.0.1:5173/ 에서 직접 캡처한 EXP-003 개인 시제품 UI. 시제품 흐름에서는 공원 입구에서 왼쪽 이동 버튼을 두 번 누르면 완료 상태가 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2026-09-30 http://127.0.0.1:5173/ 에서 직접 캡처한 EXP-003 개인 시제품 UI. 화분은 시제품의 시각적 보상이며 실제 서비스의 보상이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2026-09-30 http://127.0.0.1:5173/ 에서 직접 캡처한 EXP-003 개인 시제품 UI. 개인 디자인 실험의 시연 범위다. 여정 카드는 직접 화면 이동을 지원한다.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13ccf34c394f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aef70f57e24190" /><Relationship Type="http://schemas.openxmlformats.org/officeDocument/2006/relationships/slideLayout" Target="/ppt/slideLayouts/slideLayout1.xml" Id="Rd1fe53701acf45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fe53701acf45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7bf0da0eb4ae9" /><Relationship Type="http://schemas.openxmlformats.org/officeDocument/2006/relationships/image" Target="/ppt/media/image.png" Id="Rf6c8458b629f4ba4" /><Relationship Type="http://schemas.openxmlformats.org/officeDocument/2006/relationships/notesSlide" Target="/ppt/notesSlides/notesSlide1.xml" Id="R2fdc6ac43cde4e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deb9e6bfb4bb3" /><Relationship Type="http://schemas.openxmlformats.org/officeDocument/2006/relationships/image" Target="/ppt/media/image2.png" Id="R360732516ea74bcf" /><Relationship Type="http://schemas.openxmlformats.org/officeDocument/2006/relationships/notesSlide" Target="/ppt/notesSlides/notesSlide2.xml" Id="R31c65cc0d77243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92e954725471b" /><Relationship Type="http://schemas.openxmlformats.org/officeDocument/2006/relationships/image" Target="/ppt/media/image3.png" Id="R4b3c4dc66f584a35" /><Relationship Type="http://schemas.openxmlformats.org/officeDocument/2006/relationships/notesSlide" Target="/ppt/notesSlides/notesSlide3.xml" Id="R3bbf7a3a009c48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4dcdf9f644b9c" /><Relationship Type="http://schemas.openxmlformats.org/officeDocument/2006/relationships/image" Target="/ppt/media/image4.png" Id="R9ba0e0c8fc924c7d" /><Relationship Type="http://schemas.openxmlformats.org/officeDocument/2006/relationships/notesSlide" Target="/ppt/notesSlides/notesSlide4.xml" Id="Raec7d93f8e7140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1c7ecfc374a4f" /><Relationship Type="http://schemas.openxmlformats.org/officeDocument/2006/relationships/image" Target="/ppt/media/image5.png" Id="R9c95595168994f64" /><Relationship Type="http://schemas.openxmlformats.org/officeDocument/2006/relationships/image" Target="/ppt/media/image6.png" Id="R4b83699c30f04a3e" /><Relationship Type="http://schemas.openxmlformats.org/officeDocument/2006/relationships/notesSlide" Target="/ppt/notesSlides/notesSlide5.xml" Id="Rabf96d3e4aad45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37bf8396e44519" /><Relationship Type="http://schemas.openxmlformats.org/officeDocument/2006/relationships/image" Target="/ppt/media/image7.png" Id="R87c2736cb1864b8b" /><Relationship Type="http://schemas.openxmlformats.org/officeDocument/2006/relationships/notesSlide" Target="/ppt/notesSlides/notesSlide6.xml" Id="R3c2e1b7f27504b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9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2797A-27A4-4859-8ECC-7AEB83CB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542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9EF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FFF9EF"/>
                </a:solidFill>
                <a:latin typeface="Malgun Gothic"/>
                <a:ea typeface="Malgun Gothic"/>
                <a:cs typeface="Malgun Gothic"/>
              </a:rPr>
              <a:t>이음 마을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8234BD-7BD4-44F3-BAAD-5AE3BC05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0017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9E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FFF9EF"/>
                </a:solidFill>
                <a:latin typeface="Malgun Gothic"/>
                <a:ea typeface="Malgun Gothic"/>
                <a:cs typeface="Malgun Gothic"/>
              </a:rPr>
              <a:t>내 방에서 시작해 동네를 걷는</a:t>
            </a:r>
          </a:p>
          <a:p xmlns:a="http://schemas.openxmlformats.org/drawingml/2006/main">
            <a:pPr>
              <a:defRPr sz="2325" b="0">
                <a:solidFill>
                  <a:srgbClr val="FFF9E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FFF9EF"/>
                </a:solidFill>
                <a:latin typeface="Malgun Gothic"/>
                <a:ea typeface="Malgun Gothic"/>
                <a:cs typeface="Malgun Gothic"/>
              </a:rPr>
              <a:t>작은 행동 시연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c8458b629f4ba4"/>
          <a:stretch xmlns:a="http://schemas.openxmlformats.org/drawingml/2006/main"/>
        </p:blipFill>
        <p:spPr>
          <a:xfrm xmlns:a="http://schemas.openxmlformats.org/drawingml/2006/main">
            <a:off x="543040" y="2600325"/>
            <a:ext cx="11105920" cy="409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186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AD913-6AB0-46D4-A21E-F1CDDA1B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704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D7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7D71"/>
                </a:solidFill>
                <a:latin typeface="Malgun Gothic"/>
                <a:ea typeface="Malgun Gothic"/>
                <a:cs typeface="Malgun Gothic"/>
              </a:rPr>
              <a:t>장소와 길 찾기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8D557-6AA2-4C04-BF74-23DE039F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마을 탐색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F85A3-0F57-42C7-9776-60177B8D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rPr>
              <a:t>EXP-003  /  02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732516ea74bcf"/>
          <a:stretch xmlns:a="http://schemas.openxmlformats.org/drawingml/2006/main"/>
        </p:blipFill>
        <p:spPr>
          <a:xfrm xmlns:a="http://schemas.openxmlformats.org/drawingml/2006/main">
            <a:off x="620523" y="1590675"/>
            <a:ext cx="10950953" cy="4038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1C87F-3FDA-4480-8323-16A930A8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0250"/>
            <a:ext cx="2971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8개 장소 표식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9C9D8-2661-4F28-B818-D8819EDE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810250"/>
            <a:ext cx="3476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현재 위치와 목표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E6D1B-03B7-4D75-A13D-76DBF205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810250"/>
            <a:ext cx="3619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방향키와 WASD 이동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59D79-30D4-4337-A1B2-3AD3DEDF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276975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rPr>
              <a:t>공원 안내부터 이동 조작까지 한 화면에서 이어집니다.</a:t>
            </a:r>
          </a:p>
        </p:txBody>
      </p:sp>
    </p:spTree>
    <p:extLst>
      <p:ext uri="{BB962C8B-B14F-4D97-AF65-F5344CB8AC3E}">
        <p14:creationId xmlns:p14="http://schemas.microsoft.com/office/powerpoint/2010/main" val="1233120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36EEE-65CA-407D-A211-D0634C89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704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D7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7D71"/>
                </a:solidFill>
                <a:latin typeface="Malgun Gothic"/>
                <a:ea typeface="Malgun Gothic"/>
                <a:cs typeface="Malgun Gothic"/>
              </a:rPr>
              <a:t>작은 목표 고르기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FDA67-14E3-43B8-A667-EBF41665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루미의 선택지 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B8B81B-6C7E-4541-A0D1-B63F03FA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rPr>
              <a:t>EXP-003  /  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c4dc66f584a35"/>
          <a:stretch xmlns:a="http://schemas.openxmlformats.org/drawingml/2006/main"/>
        </p:blipFill>
        <p:spPr>
          <a:xfrm xmlns:a="http://schemas.openxmlformats.org/drawingml/2006/main">
            <a:off x="657225" y="1609822"/>
            <a:ext cx="5314950" cy="460990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5937E-4943-495E-83B7-AFAA6D2E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047875"/>
            <a:ext cx="4619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상태를 묻는 첫 문장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9CD9C-991E-498D-9A6B-A52F1756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86050"/>
            <a:ext cx="4686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사용자는 쉬기, 산책하기,</a:t>
            </a:r>
          </a:p>
          <a:p xmlns:a="http://schemas.openxmlformats.org/drawingml/2006/main">
            <a:pPr>
              <a:defRPr sz="1950" b="0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이야기하기 중 하나를 고릅니다.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9C06D-DD20-41FA-B3A2-F43E9424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181475"/>
            <a:ext cx="4686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산책 선택 뒤 공원 목표가 열리고</a:t>
            </a:r>
          </a:p>
          <a:p xmlns:a="http://schemas.openxmlformats.org/drawingml/2006/main">
            <a:pPr>
              <a:defRPr sz="1950" b="0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동네 탐색으로 이어집니다.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11302-E0E1-430A-8FC6-4752E5EF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876925"/>
            <a:ext cx="4695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rPr>
              <a:t>고정 응답을 보여 주는 시연용 대화입니다.</a:t>
            </a:r>
          </a:p>
        </p:txBody>
      </p:sp>
    </p:spTree>
    <p:extLst>
      <p:ext uri="{BB962C8B-B14F-4D97-AF65-F5344CB8AC3E}">
        <p14:creationId xmlns:p14="http://schemas.microsoft.com/office/powerpoint/2010/main" val="742447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44C093-185C-4711-9447-EB908239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704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D7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7D71"/>
                </a:solidFill>
                <a:latin typeface="Malgun Gothic"/>
                <a:ea typeface="Malgun Gothic"/>
                <a:cs typeface="Malgun Gothic"/>
              </a:rPr>
              <a:t>동네 이동과 목표 상태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BEB61-CCC3-4B54-BE0A-045E5340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공원 산책 미션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DBFE2-9553-448E-BC90-16C28C55B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rPr>
              <a:t>EXP-003  /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E64E6-B929-4FFE-84C7-5F26BA14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00250"/>
            <a:ext cx="5381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루미와 산책 목표를 고릅니다.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4BBBF9-A426-49F9-80C8-F54B3FF9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90850"/>
            <a:ext cx="5381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공원 표식을 눌러 입구로 이동합니다.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9CCA3-0F48-4298-A196-C664635C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981450"/>
            <a:ext cx="5381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방향 버튼으로 공원까지 걸어갑니다.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0e0c8fc924c7d"/>
          <a:stretch xmlns:a="http://schemas.openxmlformats.org/drawingml/2006/main"/>
        </p:blipFill>
        <p:spPr>
          <a:xfrm xmlns:a="http://schemas.openxmlformats.org/drawingml/2006/main">
            <a:off x="6438900" y="2107844"/>
            <a:ext cx="5124450" cy="303283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6CD4F-C5A9-4603-8EA9-C71D7574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9150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rPr>
              <a:t>위치와 오늘의 목표가 화면 하단에 계속 표시됩니다.</a:t>
            </a:r>
          </a:p>
        </p:txBody>
      </p:sp>
    </p:spTree>
    <p:extLst>
      <p:ext uri="{BB962C8B-B14F-4D97-AF65-F5344CB8AC3E}">
        <p14:creationId xmlns:p14="http://schemas.microsoft.com/office/powerpoint/2010/main" val="5959458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FEB99-5EFE-4686-82D2-DF49B0CF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704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D7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7D71"/>
                </a:solidFill>
                <a:latin typeface="Malgun Gothic"/>
                <a:ea typeface="Malgun Gothic"/>
                <a:cs typeface="Malgun Gothic"/>
              </a:rPr>
              <a:t>목표 완료 피드백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C16F5D-3FD4-49AF-9871-4F582588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보상과 방의 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E490BE-E9EF-4EC1-AEB8-07DA8C18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rPr>
              <a:t>EXP-003  /  05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95595168994f64"/>
          <a:stretch xmlns:a="http://schemas.openxmlformats.org/drawingml/2006/main"/>
        </p:blipFill>
        <p:spPr>
          <a:xfrm xmlns:a="http://schemas.openxmlformats.org/drawingml/2006/main">
            <a:off x="628650" y="1638494"/>
            <a:ext cx="5143500" cy="3904861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3699c30f04a3e"/>
          <a:stretch xmlns:a="http://schemas.openxmlformats.org/drawingml/2006/main"/>
        </p:blipFill>
        <p:spPr>
          <a:xfrm xmlns:a="http://schemas.openxmlformats.org/drawingml/2006/main">
            <a:off x="6238875" y="2028225"/>
            <a:ext cx="5124450" cy="29253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F1971-A5F7-47EC-9458-1CEEA24C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72150"/>
            <a:ext cx="4333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완료 안내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27E55-856D-45C3-9374-CD7426E2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772150"/>
            <a:ext cx="4695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내 방에 놓인 화분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97FB1-1D70-472B-A0DF-506BA76E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34125"/>
            <a:ext cx="10620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rPr>
              <a:t>보상 상태는 브라우저에 저장되어 다시 방문해도 확인할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0348264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F7A3D-98F9-419E-BD77-19002632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"/>
            <a:ext cx="704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97D7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397D71"/>
                </a:solidFill>
                <a:latin typeface="Malgun Gothic"/>
                <a:ea typeface="Malgun Gothic"/>
                <a:cs typeface="Malgun Gothic"/>
              </a:rPr>
              <a:t>발표 시연 순서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310C3-9E28-4ACC-A0EE-6B2CD584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다섯 장면의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A841E7-A163-4AB9-AA2D-7C3267F3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rPr>
              <a:t>EXP-003  /  06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c2736cb1864b8b"/>
          <a:stretch xmlns:a="http://schemas.openxmlformats.org/drawingml/2006/main"/>
        </p:blipFill>
        <p:spPr>
          <a:xfrm xmlns:a="http://schemas.openxmlformats.org/drawingml/2006/main">
            <a:off x="571500" y="1592353"/>
            <a:ext cx="11049000" cy="187306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8397F-5C12-4B35-A40D-6AAB825C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내 방에서 루미와 대화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2EFA2-E92C-4D26-8FCA-FF7C3367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3D49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203D49"/>
                </a:solidFill>
                <a:latin typeface="Malgun Gothic"/>
                <a:ea typeface="Malgun Gothic"/>
                <a:cs typeface="Malgun Gothic"/>
              </a:rPr>
              <a:t>산책을 선택하고 공원에 도착하면 화분 보상을 확인합니다.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B726C3-0C0E-4EFC-9E7F-9ED54332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rPr>
              <a:t>현재 시연: 장소 소개, 고정 선택지 대화, 공원 산책, 방의 화분 변화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0BE24-F26D-4BD1-ABCF-FB4E3F5D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06A71"/>
                </a:solidFill>
                <a:latin typeface="Malgun Gothic"/>
                <a:ea typeface="Malgun Gothic"/>
                <a:cs typeface="Malgun Gothic"/>
              </a:rPr>
              <a:t>실제 AI 상담, 기관 신청, 위험 판정, 서버 저장은 연결되지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20388995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2026-09-30T03:49:17.1970000Z</dcterms:created>
  <dcterms:modified xsi:type="dcterms:W3CDTF">2026-09-30T03:49:17.1970000Z</dcterms:modified>
</coreProperties>
</file>